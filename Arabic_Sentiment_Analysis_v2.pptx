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58194E-3B3D-4B6C-AA58-544CBC2E0C40}" v="16" dt="2026-05-14T11:36:38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513" autoAdjust="0"/>
  </p:normalViewPr>
  <p:slideViewPr>
    <p:cSldViewPr snapToGrid="0" snapToObjects="1">
      <p:cViewPr>
        <p:scale>
          <a:sx n="64" d="100"/>
          <a:sy n="64" d="100"/>
        </p:scale>
        <p:origin x="2061" y="1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ad almubki" userId="f7bd31dc0646b82b" providerId="LiveId" clId="{CF9FD0AD-819C-48F1-B080-E0974E6DA9BD}"/>
    <pc:docChg chg="undo custSel addSld delSld modSld sldOrd">
      <pc:chgData name="shahad almubki" userId="f7bd31dc0646b82b" providerId="LiveId" clId="{CF9FD0AD-819C-48F1-B080-E0974E6DA9BD}" dt="2026-05-14T15:14:17.587" v="603" actId="20577"/>
      <pc:docMkLst>
        <pc:docMk/>
      </pc:docMkLst>
      <pc:sldChg chg="addSp delSp modSp mod modNotesTx">
        <pc:chgData name="shahad almubki" userId="f7bd31dc0646b82b" providerId="LiveId" clId="{CF9FD0AD-819C-48F1-B080-E0974E6DA9BD}" dt="2026-05-14T15:13:38.340" v="592" actId="20577"/>
        <pc:sldMkLst>
          <pc:docMk/>
          <pc:sldMk cId="0" sldId="256"/>
        </pc:sldMkLst>
        <pc:spChg chg="mod">
          <ac:chgData name="shahad almubki" userId="f7bd31dc0646b82b" providerId="LiveId" clId="{CF9FD0AD-819C-48F1-B080-E0974E6DA9BD}" dt="2026-05-12T14:07:41.170" v="181" actId="103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4:07:41.170" v="181" actId="1037"/>
          <ac:spMkLst>
            <pc:docMk/>
            <pc:sldMk cId="0" sldId="256"/>
            <ac:spMk id="12" creationId="{00000000-0000-0000-0000-000000000000}"/>
          </ac:spMkLst>
        </pc:spChg>
        <pc:picChg chg="add mod">
          <ac:chgData name="shahad almubki" userId="f7bd31dc0646b82b" providerId="LiveId" clId="{CF9FD0AD-819C-48F1-B080-E0974E6DA9BD}" dt="2026-05-12T14:07:41.170" v="181" actId="1037"/>
          <ac:picMkLst>
            <pc:docMk/>
            <pc:sldMk cId="0" sldId="256"/>
            <ac:picMk id="1028" creationId="{EEE7767E-9F22-78E3-E975-B25E09104E11}"/>
          </ac:picMkLst>
        </pc:picChg>
      </pc:sldChg>
      <pc:sldChg chg="addSp delSp modSp mod modNotesTx">
        <pc:chgData name="shahad almubki" userId="f7bd31dc0646b82b" providerId="LiveId" clId="{CF9FD0AD-819C-48F1-B080-E0974E6DA9BD}" dt="2026-05-14T15:13:43.502" v="593" actId="20577"/>
        <pc:sldMkLst>
          <pc:docMk/>
          <pc:sldMk cId="0" sldId="257"/>
        </pc:sldMkLst>
        <pc:picChg chg="add mod">
          <ac:chgData name="shahad almubki" userId="f7bd31dc0646b82b" providerId="LiveId" clId="{CF9FD0AD-819C-48F1-B080-E0974E6DA9BD}" dt="2026-05-12T14:08:37.685" v="186" actId="1076"/>
          <ac:picMkLst>
            <pc:docMk/>
            <pc:sldMk cId="0" sldId="257"/>
            <ac:picMk id="2050" creationId="{7F665D2B-509F-DB95-DFA7-2A67A35431FC}"/>
          </ac:picMkLst>
        </pc:picChg>
      </pc:sldChg>
      <pc:sldChg chg="delSp modSp mod modNotesTx">
        <pc:chgData name="shahad almubki" userId="f7bd31dc0646b82b" providerId="LiveId" clId="{CF9FD0AD-819C-48F1-B080-E0974E6DA9BD}" dt="2026-05-14T15:13:47.567" v="594" actId="20577"/>
        <pc:sldMkLst>
          <pc:docMk/>
          <pc:sldMk cId="0" sldId="258"/>
        </pc:sldMkLst>
        <pc:graphicFrameChg chg="modGraphic">
          <ac:chgData name="shahad almubki" userId="f7bd31dc0646b82b" providerId="LiveId" clId="{CF9FD0AD-819C-48F1-B080-E0974E6DA9BD}" dt="2026-05-12T14:00:06.521" v="72" actId="122"/>
          <ac:graphicFrameMkLst>
            <pc:docMk/>
            <pc:sldMk cId="0" sldId="258"/>
            <ac:graphicFrameMk id="34" creationId="{00000000-0000-0000-0000-000000000000}"/>
          </ac:graphicFrameMkLst>
        </pc:graphicFrameChg>
      </pc:sldChg>
      <pc:sldChg chg="delSp modSp mod modNotesTx">
        <pc:chgData name="shahad almubki" userId="f7bd31dc0646b82b" providerId="LiveId" clId="{CF9FD0AD-819C-48F1-B080-E0974E6DA9BD}" dt="2026-05-14T15:13:51.173" v="595" actId="20577"/>
        <pc:sldMkLst>
          <pc:docMk/>
          <pc:sldMk cId="0" sldId="259"/>
        </pc:sldMkLst>
        <pc:spChg chg="mod">
          <ac:chgData name="shahad almubki" userId="f7bd31dc0646b82b" providerId="LiveId" clId="{CF9FD0AD-819C-48F1-B080-E0974E6DA9BD}" dt="2026-05-12T14:00:32.073" v="73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4:00:35.917" v="74" actId="1076"/>
          <ac:spMkLst>
            <pc:docMk/>
            <pc:sldMk cId="0" sldId="259"/>
            <ac:spMk id="19" creationId="{00000000-0000-0000-0000-000000000000}"/>
          </ac:spMkLst>
        </pc:spChg>
      </pc:sldChg>
      <pc:sldChg chg="delSp modSp mod modNotesTx">
        <pc:chgData name="shahad almubki" userId="f7bd31dc0646b82b" providerId="LiveId" clId="{CF9FD0AD-819C-48F1-B080-E0974E6DA9BD}" dt="2026-05-14T15:13:58.301" v="597" actId="20577"/>
        <pc:sldMkLst>
          <pc:docMk/>
          <pc:sldMk cId="0" sldId="260"/>
        </pc:sldMkLst>
        <pc:graphicFrameChg chg="modGraphic">
          <ac:chgData name="shahad almubki" userId="f7bd31dc0646b82b" providerId="LiveId" clId="{CF9FD0AD-819C-48F1-B080-E0974E6DA9BD}" dt="2026-05-14T15:10:25.100" v="591" actId="20577"/>
          <ac:graphicFrameMkLst>
            <pc:docMk/>
            <pc:sldMk cId="0" sldId="260"/>
            <ac:graphicFrameMk id="13" creationId="{00000000-0000-0000-0000-000000000000}"/>
          </ac:graphicFrameMkLst>
        </pc:graphicFrameChg>
        <pc:graphicFrameChg chg="modGraphic">
          <ac:chgData name="shahad almubki" userId="f7bd31dc0646b82b" providerId="LiveId" clId="{CF9FD0AD-819C-48F1-B080-E0974E6DA9BD}" dt="2026-05-14T10:40:03.198" v="270" actId="20577"/>
          <ac:graphicFrameMkLst>
            <pc:docMk/>
            <pc:sldMk cId="0" sldId="260"/>
            <ac:graphicFrameMk id="15" creationId="{00000000-0000-0000-0000-000000000000}"/>
          </ac:graphicFrameMkLst>
        </pc:graphicFrameChg>
      </pc:sldChg>
      <pc:sldChg chg="addSp delSp modSp mod modNotesTx">
        <pc:chgData name="shahad almubki" userId="f7bd31dc0646b82b" providerId="LiveId" clId="{CF9FD0AD-819C-48F1-B080-E0974E6DA9BD}" dt="2026-05-14T15:14:02.019" v="598" actId="20577"/>
        <pc:sldMkLst>
          <pc:docMk/>
          <pc:sldMk cId="0" sldId="261"/>
        </pc:sldMkLst>
        <pc:graphicFrameChg chg="del">
          <ac:chgData name="shahad almubki" userId="f7bd31dc0646b82b" providerId="LiveId" clId="{CF9FD0AD-819C-48F1-B080-E0974E6DA9BD}" dt="2026-05-14T10:41:39.019" v="271" actId="478"/>
          <ac:graphicFrameMkLst>
            <pc:docMk/>
            <pc:sldMk cId="0" sldId="261"/>
            <ac:graphicFrameMk id="13" creationId="{00000000-0000-0000-0000-000000000000}"/>
          </ac:graphicFrameMkLst>
        </pc:graphicFrameChg>
        <pc:picChg chg="add mod">
          <ac:chgData name="shahad almubki" userId="f7bd31dc0646b82b" providerId="LiveId" clId="{CF9FD0AD-819C-48F1-B080-E0974E6DA9BD}" dt="2026-05-14T10:42:10.763" v="277" actId="1076"/>
          <ac:picMkLst>
            <pc:docMk/>
            <pc:sldMk cId="0" sldId="261"/>
            <ac:picMk id="18" creationId="{BD82414D-3373-AE82-7AE7-563829768D7A}"/>
          </ac:picMkLst>
        </pc:picChg>
      </pc:sldChg>
      <pc:sldChg chg="addSp delSp modSp mod modNotesTx">
        <pc:chgData name="shahad almubki" userId="f7bd31dc0646b82b" providerId="LiveId" clId="{CF9FD0AD-819C-48F1-B080-E0974E6DA9BD}" dt="2026-05-14T15:14:05.090" v="599" actId="20577"/>
        <pc:sldMkLst>
          <pc:docMk/>
          <pc:sldMk cId="0" sldId="262"/>
        </pc:sldMkLst>
        <pc:spChg chg="mod">
          <ac:chgData name="shahad almubki" userId="f7bd31dc0646b82b" providerId="LiveId" clId="{CF9FD0AD-819C-48F1-B080-E0974E6DA9BD}" dt="2026-05-12T13:50:43.294" v="5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3:50:15.850" v="4" actId="20577"/>
          <ac:spMkLst>
            <pc:docMk/>
            <pc:sldMk cId="0" sldId="262"/>
            <ac:spMk id="20" creationId="{00000000-0000-0000-0000-000000000000}"/>
          </ac:spMkLst>
        </pc:spChg>
        <pc:picChg chg="add del mod">
          <ac:chgData name="shahad almubki" userId="f7bd31dc0646b82b" providerId="LiveId" clId="{CF9FD0AD-819C-48F1-B080-E0974E6DA9BD}" dt="2026-05-14T10:33:07.228" v="203" actId="478"/>
          <ac:picMkLst>
            <pc:docMk/>
            <pc:sldMk cId="0" sldId="262"/>
            <ac:picMk id="24" creationId="{332CA2DA-AB0E-273B-5A21-961122690DB7}"/>
          </ac:picMkLst>
        </pc:picChg>
        <pc:picChg chg="add del mod">
          <ac:chgData name="shahad almubki" userId="f7bd31dc0646b82b" providerId="LiveId" clId="{CF9FD0AD-819C-48F1-B080-E0974E6DA9BD}" dt="2026-05-14T10:33:22.392" v="216" actId="478"/>
          <ac:picMkLst>
            <pc:docMk/>
            <pc:sldMk cId="0" sldId="262"/>
            <ac:picMk id="25" creationId="{53E6B180-A800-D33D-28DB-A30E23517C07}"/>
          </ac:picMkLst>
        </pc:picChg>
        <pc:picChg chg="add mod">
          <ac:chgData name="shahad almubki" userId="f7bd31dc0646b82b" providerId="LiveId" clId="{CF9FD0AD-819C-48F1-B080-E0974E6DA9BD}" dt="2026-05-14T10:33:21.509" v="215" actId="1076"/>
          <ac:picMkLst>
            <pc:docMk/>
            <pc:sldMk cId="0" sldId="262"/>
            <ac:picMk id="27" creationId="{4EAD6061-AD45-D4CC-C5CA-080D343D1242}"/>
          </ac:picMkLst>
        </pc:picChg>
        <pc:picChg chg="add mod">
          <ac:chgData name="shahad almubki" userId="f7bd31dc0646b82b" providerId="LiveId" clId="{CF9FD0AD-819C-48F1-B080-E0974E6DA9BD}" dt="2026-05-14T10:33:49.491" v="228" actId="1038"/>
          <ac:picMkLst>
            <pc:docMk/>
            <pc:sldMk cId="0" sldId="262"/>
            <ac:picMk id="29" creationId="{367DF8B3-A669-6BDE-A917-D4BBF3312387}"/>
          </ac:picMkLst>
        </pc:picChg>
      </pc:sldChg>
      <pc:sldChg chg="delSp modSp mod modNotesTx">
        <pc:chgData name="shahad almubki" userId="f7bd31dc0646b82b" providerId="LiveId" clId="{CF9FD0AD-819C-48F1-B080-E0974E6DA9BD}" dt="2026-05-14T15:14:08.652" v="600" actId="20577"/>
        <pc:sldMkLst>
          <pc:docMk/>
          <pc:sldMk cId="0" sldId="263"/>
        </pc:sldMkLst>
        <pc:spChg chg="mod">
          <ac:chgData name="shahad almubki" userId="f7bd31dc0646b82b" providerId="LiveId" clId="{CF9FD0AD-819C-48F1-B080-E0974E6DA9BD}" dt="2026-05-12T13:52:49.781" v="23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shahad almubki" userId="f7bd31dc0646b82b" providerId="LiveId" clId="{CF9FD0AD-819C-48F1-B080-E0974E6DA9BD}" dt="2026-05-14T11:46:18.776" v="577" actId="20577"/>
          <ac:spMkLst>
            <pc:docMk/>
            <pc:sldMk cId="0" sldId="263"/>
            <ac:spMk id="20" creationId="{00000000-0000-0000-0000-000000000000}"/>
          </ac:spMkLst>
        </pc:spChg>
      </pc:sldChg>
      <pc:sldChg chg="addSp delSp modSp mod modNotesTx">
        <pc:chgData name="shahad almubki" userId="f7bd31dc0646b82b" providerId="LiveId" clId="{CF9FD0AD-819C-48F1-B080-E0974E6DA9BD}" dt="2026-05-14T15:14:11.701" v="601" actId="20577"/>
        <pc:sldMkLst>
          <pc:docMk/>
          <pc:sldMk cId="0" sldId="264"/>
        </pc:sldMkLst>
        <pc:spChg chg="mod">
          <ac:chgData name="shahad almubki" userId="f7bd31dc0646b82b" providerId="LiveId" clId="{CF9FD0AD-819C-48F1-B080-E0974E6DA9BD}" dt="2026-05-12T13:54:47.577" v="39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3:54:51.534" v="40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3:57:09.367" v="67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3:54:59.999" v="42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shahad almubki" userId="f7bd31dc0646b82b" providerId="LiveId" clId="{CF9FD0AD-819C-48F1-B080-E0974E6DA9BD}" dt="2026-05-12T13:55:06.744" v="44" actId="1076"/>
          <ac:spMkLst>
            <pc:docMk/>
            <pc:sldMk cId="0" sldId="264"/>
            <ac:spMk id="26" creationId="{00000000-0000-0000-0000-000000000000}"/>
          </ac:spMkLst>
        </pc:spChg>
        <pc:picChg chg="add mod">
          <ac:chgData name="shahad almubki" userId="f7bd31dc0646b82b" providerId="LiveId" clId="{CF9FD0AD-819C-48F1-B080-E0974E6DA9BD}" dt="2026-05-14T10:32:18.095" v="202" actId="1076"/>
          <ac:picMkLst>
            <pc:docMk/>
            <pc:sldMk cId="0" sldId="264"/>
            <ac:picMk id="32" creationId="{601050D7-07E6-2C1D-5657-A229BAA455F8}"/>
          </ac:picMkLst>
        </pc:picChg>
        <pc:picChg chg="add del mod">
          <ac:chgData name="shahad almubki" userId="f7bd31dc0646b82b" providerId="LiveId" clId="{CF9FD0AD-819C-48F1-B080-E0974E6DA9BD}" dt="2026-05-14T10:31:33.086" v="189" actId="478"/>
          <ac:picMkLst>
            <pc:docMk/>
            <pc:sldMk cId="0" sldId="264"/>
            <ac:picMk id="34" creationId="{61E42FF5-5BB8-8180-B4E5-F8F779F16AD6}"/>
          </ac:picMkLst>
        </pc:picChg>
        <pc:picChg chg="add del mod">
          <ac:chgData name="shahad almubki" userId="f7bd31dc0646b82b" providerId="LiveId" clId="{CF9FD0AD-819C-48F1-B080-E0974E6DA9BD}" dt="2026-05-14T10:32:02.695" v="196" actId="478"/>
          <ac:picMkLst>
            <pc:docMk/>
            <pc:sldMk cId="0" sldId="264"/>
            <ac:picMk id="36" creationId="{766EAC17-6BBE-966A-3866-EB454C295A85}"/>
          </ac:picMkLst>
        </pc:picChg>
        <pc:picChg chg="add del">
          <ac:chgData name="shahad almubki" userId="f7bd31dc0646b82b" providerId="LiveId" clId="{CF9FD0AD-819C-48F1-B080-E0974E6DA9BD}" dt="2026-05-14T10:31:31.900" v="188" actId="22"/>
          <ac:picMkLst>
            <pc:docMk/>
            <pc:sldMk cId="0" sldId="264"/>
            <ac:picMk id="38" creationId="{14A6494E-6BF4-4F4D-3AE6-8416E8A67845}"/>
          </ac:picMkLst>
        </pc:picChg>
        <pc:picChg chg="add mod">
          <ac:chgData name="shahad almubki" userId="f7bd31dc0646b82b" providerId="LiveId" clId="{CF9FD0AD-819C-48F1-B080-E0974E6DA9BD}" dt="2026-05-14T10:35:58.614" v="230" actId="1036"/>
          <ac:picMkLst>
            <pc:docMk/>
            <pc:sldMk cId="0" sldId="264"/>
            <ac:picMk id="40" creationId="{0366B98B-463A-9D5F-A902-08E0DB9AF5E7}"/>
          </ac:picMkLst>
        </pc:picChg>
        <pc:picChg chg="add mod">
          <ac:chgData name="shahad almubki" userId="f7bd31dc0646b82b" providerId="LiveId" clId="{CF9FD0AD-819C-48F1-B080-E0974E6DA9BD}" dt="2026-05-14T10:32:12.554" v="200" actId="14100"/>
          <ac:picMkLst>
            <pc:docMk/>
            <pc:sldMk cId="0" sldId="264"/>
            <ac:picMk id="42" creationId="{51777F8C-812E-D2C3-DDCF-271447F79C00}"/>
          </ac:picMkLst>
        </pc:picChg>
      </pc:sldChg>
      <pc:sldChg chg="delSp modSp mod modNotesTx">
        <pc:chgData name="shahad almubki" userId="f7bd31dc0646b82b" providerId="LiveId" clId="{CF9FD0AD-819C-48F1-B080-E0974E6DA9BD}" dt="2026-05-14T15:14:14.561" v="602" actId="20577"/>
        <pc:sldMkLst>
          <pc:docMk/>
          <pc:sldMk cId="0" sldId="265"/>
        </pc:sldMkLst>
      </pc:sldChg>
      <pc:sldChg chg="delSp modSp add mod modNotesTx">
        <pc:chgData name="shahad almubki" userId="f7bd31dc0646b82b" providerId="LiveId" clId="{CF9FD0AD-819C-48F1-B080-E0974E6DA9BD}" dt="2026-05-14T15:14:17.587" v="603" actId="20577"/>
        <pc:sldMkLst>
          <pc:docMk/>
          <pc:sldMk cId="3925868181" sldId="266"/>
        </pc:sldMkLst>
        <pc:spChg chg="mod">
          <ac:chgData name="shahad almubki" userId="f7bd31dc0646b82b" providerId="LiveId" clId="{CF9FD0AD-819C-48F1-B080-E0974E6DA9BD}" dt="2026-05-12T14:02:27.274" v="108" actId="1076"/>
          <ac:spMkLst>
            <pc:docMk/>
            <pc:sldMk cId="3925868181" sldId="266"/>
            <ac:spMk id="11" creationId="{0729D7B6-1096-AB69-F71D-897BD3B2F4AF}"/>
          </ac:spMkLst>
        </pc:spChg>
        <pc:spChg chg="mod">
          <ac:chgData name="shahad almubki" userId="f7bd31dc0646b82b" providerId="LiveId" clId="{CF9FD0AD-819C-48F1-B080-E0974E6DA9BD}" dt="2026-05-12T14:02:21.686" v="106" actId="1076"/>
          <ac:spMkLst>
            <pc:docMk/>
            <pc:sldMk cId="3925868181" sldId="266"/>
            <ac:spMk id="20" creationId="{C5D08498-B4F0-6751-958C-4258E463A35E}"/>
          </ac:spMkLst>
        </pc:spChg>
      </pc:sldChg>
      <pc:sldChg chg="add del">
        <pc:chgData name="shahad almubki" userId="f7bd31dc0646b82b" providerId="LiveId" clId="{CF9FD0AD-819C-48F1-B080-E0974E6DA9BD}" dt="2026-05-14T11:29:34.974" v="279" actId="47"/>
        <pc:sldMkLst>
          <pc:docMk/>
          <pc:sldMk cId="69120747" sldId="267"/>
        </pc:sldMkLst>
      </pc:sldChg>
      <pc:sldChg chg="addSp delSp modSp add mod ord modNotesTx">
        <pc:chgData name="shahad almubki" userId="f7bd31dc0646b82b" providerId="LiveId" clId="{CF9FD0AD-819C-48F1-B080-E0974E6DA9BD}" dt="2026-05-14T15:13:54.641" v="596" actId="20577"/>
        <pc:sldMkLst>
          <pc:docMk/>
          <pc:sldMk cId="119121697" sldId="267"/>
        </pc:sldMkLst>
        <pc:spChg chg="add mod">
          <ac:chgData name="shahad almubki" userId="f7bd31dc0646b82b" providerId="LiveId" clId="{CF9FD0AD-819C-48F1-B080-E0974E6DA9BD}" dt="2026-05-14T11:32:08.360" v="441" actId="1037"/>
          <ac:spMkLst>
            <pc:docMk/>
            <pc:sldMk cId="119121697" sldId="267"/>
            <ac:spMk id="8" creationId="{2395C34B-DBB1-1DFF-8C8E-35826CE1B050}"/>
          </ac:spMkLst>
        </pc:spChg>
        <pc:spChg chg="mod">
          <ac:chgData name="shahad almubki" userId="f7bd31dc0646b82b" providerId="LiveId" clId="{CF9FD0AD-819C-48F1-B080-E0974E6DA9BD}" dt="2026-05-14T11:30:12.902" v="286"/>
          <ac:spMkLst>
            <pc:docMk/>
            <pc:sldMk cId="119121697" sldId="267"/>
            <ac:spMk id="11" creationId="{B75D2DAD-819E-35ED-AF9E-85193F44D952}"/>
          </ac:spMkLst>
        </pc:spChg>
        <pc:spChg chg="del">
          <ac:chgData name="shahad almubki" userId="f7bd31dc0646b82b" providerId="LiveId" clId="{CF9FD0AD-819C-48F1-B080-E0974E6DA9BD}" dt="2026-05-14T11:30:15.472" v="287" actId="478"/>
          <ac:spMkLst>
            <pc:docMk/>
            <pc:sldMk cId="119121697" sldId="267"/>
            <ac:spMk id="13" creationId="{4E3122F4-8EFC-7499-AFAF-68A9B2FA088A}"/>
          </ac:spMkLst>
        </pc:spChg>
        <pc:spChg chg="del">
          <ac:chgData name="shahad almubki" userId="f7bd31dc0646b82b" providerId="LiveId" clId="{CF9FD0AD-819C-48F1-B080-E0974E6DA9BD}" dt="2026-05-14T11:30:22.672" v="288" actId="478"/>
          <ac:spMkLst>
            <pc:docMk/>
            <pc:sldMk cId="119121697" sldId="267"/>
            <ac:spMk id="14" creationId="{7CAB28D8-2BE5-2EC7-07D0-8A2BB2E9752C}"/>
          </ac:spMkLst>
        </pc:spChg>
        <pc:spChg chg="add del mod">
          <ac:chgData name="shahad almubki" userId="f7bd31dc0646b82b" providerId="LiveId" clId="{CF9FD0AD-819C-48F1-B080-E0974E6DA9BD}" dt="2026-05-14T11:30:39.333" v="296" actId="14100"/>
          <ac:spMkLst>
            <pc:docMk/>
            <pc:sldMk cId="119121697" sldId="267"/>
            <ac:spMk id="15" creationId="{9CC9DF8B-ACA6-734D-2D48-6CECF89221D8}"/>
          </ac:spMkLst>
        </pc:spChg>
        <pc:spChg chg="del">
          <ac:chgData name="shahad almubki" userId="f7bd31dc0646b82b" providerId="LiveId" clId="{CF9FD0AD-819C-48F1-B080-E0974E6DA9BD}" dt="2026-05-14T11:30:57.069" v="299" actId="478"/>
          <ac:spMkLst>
            <pc:docMk/>
            <pc:sldMk cId="119121697" sldId="267"/>
            <ac:spMk id="16" creationId="{35BF5578-1097-C0EC-0EFB-8395AA8976D6}"/>
          </ac:spMkLst>
        </pc:spChg>
        <pc:spChg chg="add del mod">
          <ac:chgData name="shahad almubki" userId="f7bd31dc0646b82b" providerId="LiveId" clId="{CF9FD0AD-819C-48F1-B080-E0974E6DA9BD}" dt="2026-05-14T11:33:52.253" v="478" actId="20578"/>
          <ac:spMkLst>
            <pc:docMk/>
            <pc:sldMk cId="119121697" sldId="267"/>
            <ac:spMk id="17" creationId="{E387840E-A4CB-FFAB-34D0-AAF0678F0E51}"/>
          </ac:spMkLst>
        </pc:spChg>
        <pc:spChg chg="add del mod">
          <ac:chgData name="shahad almubki" userId="f7bd31dc0646b82b" providerId="LiveId" clId="{CF9FD0AD-819C-48F1-B080-E0974E6DA9BD}" dt="2026-05-14T11:33:37.355" v="473" actId="478"/>
          <ac:spMkLst>
            <pc:docMk/>
            <pc:sldMk cId="119121697" sldId="267"/>
            <ac:spMk id="18" creationId="{15010816-C102-53B0-C037-AB02A27F3BC3}"/>
          </ac:spMkLst>
        </pc:spChg>
        <pc:spChg chg="del">
          <ac:chgData name="shahad almubki" userId="f7bd31dc0646b82b" providerId="LiveId" clId="{CF9FD0AD-819C-48F1-B080-E0974E6DA9BD}" dt="2026-05-14T11:30:57.069" v="299" actId="478"/>
          <ac:spMkLst>
            <pc:docMk/>
            <pc:sldMk cId="119121697" sldId="267"/>
            <ac:spMk id="19" creationId="{723EA992-80EF-36BC-0383-BD0BC143958E}"/>
          </ac:spMkLst>
        </pc:spChg>
        <pc:spChg chg="mod">
          <ac:chgData name="shahad almubki" userId="f7bd31dc0646b82b" providerId="LiveId" clId="{CF9FD0AD-819C-48F1-B080-E0974E6DA9BD}" dt="2026-05-14T11:34:43.613" v="501" actId="20577"/>
          <ac:spMkLst>
            <pc:docMk/>
            <pc:sldMk cId="119121697" sldId="267"/>
            <ac:spMk id="20" creationId="{C492A1AA-F3FE-6179-33DE-130CDDAACAC4}"/>
          </ac:spMkLst>
        </pc:spChg>
        <pc:spChg chg="mod">
          <ac:chgData name="shahad almubki" userId="f7bd31dc0646b82b" providerId="LiveId" clId="{CF9FD0AD-819C-48F1-B080-E0974E6DA9BD}" dt="2026-05-14T11:31:45.632" v="341" actId="1035"/>
          <ac:spMkLst>
            <pc:docMk/>
            <pc:sldMk cId="119121697" sldId="267"/>
            <ac:spMk id="21" creationId="{A0263619-EDEC-A985-6CEE-11BC268D4EE2}"/>
          </ac:spMkLst>
        </pc:spChg>
        <pc:spChg chg="del">
          <ac:chgData name="shahad almubki" userId="f7bd31dc0646b82b" providerId="LiveId" clId="{CF9FD0AD-819C-48F1-B080-E0974E6DA9BD}" dt="2026-05-14T11:30:57.069" v="299" actId="478"/>
          <ac:spMkLst>
            <pc:docMk/>
            <pc:sldMk cId="119121697" sldId="267"/>
            <ac:spMk id="22" creationId="{1BC12793-656D-ECE0-93F3-F092B3564DD2}"/>
          </ac:spMkLst>
        </pc:spChg>
        <pc:spChg chg="mod">
          <ac:chgData name="shahad almubki" userId="f7bd31dc0646b82b" providerId="LiveId" clId="{CF9FD0AD-819C-48F1-B080-E0974E6DA9BD}" dt="2026-05-14T11:36:31.592" v="535" actId="20577"/>
          <ac:spMkLst>
            <pc:docMk/>
            <pc:sldMk cId="119121697" sldId="267"/>
            <ac:spMk id="23" creationId="{BF657D6D-4010-486E-BC5B-4C1DE1258D4F}"/>
          </ac:spMkLst>
        </pc:spChg>
        <pc:spChg chg="add mod">
          <ac:chgData name="shahad almubki" userId="f7bd31dc0646b82b" providerId="LiveId" clId="{CF9FD0AD-819C-48F1-B080-E0974E6DA9BD}" dt="2026-05-14T11:37:32.439" v="571" actId="20577"/>
          <ac:spMkLst>
            <pc:docMk/>
            <pc:sldMk cId="119121697" sldId="267"/>
            <ac:spMk id="28" creationId="{5F055A5E-04BB-1EA4-D692-2115759AEE65}"/>
          </ac:spMkLst>
        </pc:spChg>
        <pc:spChg chg="add del mod">
          <ac:chgData name="shahad almubki" userId="f7bd31dc0646b82b" providerId="LiveId" clId="{CF9FD0AD-819C-48F1-B080-E0974E6DA9BD}" dt="2026-05-14T11:33:48.772" v="477" actId="478"/>
          <ac:spMkLst>
            <pc:docMk/>
            <pc:sldMk cId="119121697" sldId="267"/>
            <ac:spMk id="29" creationId="{CEEFE733-FBC4-AEE3-7F74-45D4C606D573}"/>
          </ac:spMkLst>
        </pc:spChg>
        <pc:picChg chg="del">
          <ac:chgData name="shahad almubki" userId="f7bd31dc0646b82b" providerId="LiveId" clId="{CF9FD0AD-819C-48F1-B080-E0974E6DA9BD}" dt="2026-05-14T11:30:23.949" v="289" actId="478"/>
          <ac:picMkLst>
            <pc:docMk/>
            <pc:sldMk cId="119121697" sldId="267"/>
            <ac:picMk id="2050" creationId="{C072054D-3577-3B65-EA53-E4F38EE1E033}"/>
          </ac:picMkLst>
        </pc:picChg>
      </pc:sldChg>
      <pc:sldChg chg="add del setBg">
        <pc:chgData name="shahad almubki" userId="f7bd31dc0646b82b" providerId="LiveId" clId="{CF9FD0AD-819C-48F1-B080-E0974E6DA9BD}" dt="2026-05-14T11:29:41.331" v="281"/>
        <pc:sldMkLst>
          <pc:docMk/>
          <pc:sldMk cId="1876134177" sldId="267"/>
        </pc:sldMkLst>
      </pc:sldChg>
      <pc:sldChg chg="add del">
        <pc:chgData name="shahad almubki" userId="f7bd31dc0646b82b" providerId="LiveId" clId="{CF9FD0AD-819C-48F1-B080-E0974E6DA9BD}" dt="2026-05-14T11:38:00.011" v="573" actId="2890"/>
        <pc:sldMkLst>
          <pc:docMk/>
          <pc:sldMk cId="3962480273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40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6448-B4F1-F8DA-8002-483CF641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F4AF8-AA1F-0D52-775B-45302F2D1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00AE3-E534-5C0E-0147-E489AB664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DF52-5CB1-678D-AC72-2167CBA0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35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E8AA-EE98-2E5C-6B0E-90E2347D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46646-A26C-EB18-F4E4-1F86C4B9B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E166A-7061-C4C5-8600-15CA0BFCD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178AD-A1B7-2825-3FD6-5EA57B7BA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7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11265" y="731520"/>
            <a:ext cx="3657600" cy="3657600"/>
          </a:xfrm>
          <a:prstGeom prst="ellipse">
            <a:avLst/>
          </a:prstGeom>
          <a:solidFill>
            <a:srgbClr val="0A1A5C">
              <a:alpha val="30000"/>
            </a:srgbClr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68465" y="1188720"/>
            <a:ext cx="2743200" cy="2743200"/>
          </a:xfrm>
          <a:prstGeom prst="ellipse">
            <a:avLst/>
          </a:prstGeom>
          <a:solidFill>
            <a:srgbClr val="0A1A5C">
              <a:alpha val="40000"/>
            </a:srgbClr>
          </a:solidFill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73152" cy="18288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188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SENTIMENT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AraBERT and SVM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2004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Sonia Hashish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Alshikah Alqahtani  •  Shahad Almubki  •  Shahad Alzoman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Data Sciences  •  PSAU  • 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  <p:pic>
        <p:nvPicPr>
          <p:cNvPr id="1028" name="Picture 4" descr="Word cloud analysis of AI applications in Arabic language research">
            <a:extLst>
              <a:ext uri="{FF2B5EF4-FFF2-40B4-BE49-F238E27FC236}">
                <a16:creationId xmlns:a16="http://schemas.microsoft.com/office/drawing/2014/main" id="{EEE7767E-9F22-78E3-E975-B25E09104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43" y="1265836"/>
            <a:ext cx="2743201" cy="252892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Arabic Sentiment Analysis?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7373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is one of the fastest-growing languages online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reviews in hotels, books &amp; products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complexity &amp; multiple dialects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need for automated opinion mining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325880"/>
            <a:ext cx="365760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0" y="1325880"/>
            <a:ext cx="91440" cy="82296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1325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0" y="2377440"/>
            <a:ext cx="365760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91440" cy="82296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3429000"/>
            <a:ext cx="365760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0" y="3429000"/>
            <a:ext cx="91440" cy="8229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3429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Classify Arabic text into 3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  <p:pic>
        <p:nvPicPr>
          <p:cNvPr id="2050" name="Picture 2" descr="GitHub - srini047/text-based-sentiment-analysis: Determines sentiment of the Text as Positive or Negative · GitHub">
            <a:extLst>
              <a:ext uri="{FF2B5EF4-FFF2-40B4-BE49-F238E27FC236}">
                <a16:creationId xmlns:a16="http://schemas.microsoft.com/office/drawing/2014/main" id="{7F665D2B-509F-DB95-DFA7-2A67A3543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18" y="3200400"/>
            <a:ext cx="1828800" cy="1219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2560320" cy="1005840"/>
          </a:xfrm>
          <a:prstGeom prst="rect">
            <a:avLst/>
          </a:prstGeom>
          <a:solidFill>
            <a:srgbClr val="0A1A5C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1325880"/>
            <a:ext cx="2560320" cy="1005840"/>
          </a:xfrm>
          <a:prstGeom prst="rect">
            <a:avLst/>
          </a:prstGeom>
          <a:solidFill>
            <a:srgbClr val="0A1A5C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33,333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089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Category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325880"/>
            <a:ext cx="2560320" cy="1005840"/>
          </a:xfrm>
          <a:prstGeom prst="rect">
            <a:avLst/>
          </a:prstGeom>
          <a:solidFill>
            <a:srgbClr val="0A1A5C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852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Diacritics Removal  (كَتَبَ → كتب)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172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Hamza Normalization  (أ ا إ → ا)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Cleaning  (links, numbers, emojis)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813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Tokenization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Stopword Removal  (NLTK Arabic)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515422"/>
              </p:ext>
            </p:extLst>
          </p:nvPr>
        </p:nvGraphicFramePr>
        <p:xfrm>
          <a:off x="5303520" y="2880360"/>
          <a:ext cx="3474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الفندقْ رائعًُ جداً 10/10</a:t>
                      </a:r>
                      <a:endParaRPr lang="en-US" sz="10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الفندق رائع</a:t>
                      </a:r>
                      <a:endParaRPr lang="en-US" sz="10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الكتابْ لم يُعجبني إطلاقاَ :(</a:t>
                      </a:r>
                      <a:endParaRPr lang="en-US" sz="10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الكتاب يعجبني اطلاقا</a:t>
                      </a:r>
                      <a:endParaRPr lang="en-US" sz="10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ARCHITECTURE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3931920" cy="3200400"/>
          </a:xfrm>
          <a:prstGeom prst="rect">
            <a:avLst/>
          </a:prstGeom>
          <a:solidFill>
            <a:srgbClr val="0A1A5C"/>
          </a:solidFill>
          <a:ln w="1905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3931920" cy="457200"/>
          </a:xfrm>
          <a:prstGeom prst="rect">
            <a:avLst/>
          </a:prstGeom>
          <a:solidFill>
            <a:srgbClr val="4C72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325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Baseline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8745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(10,000 features)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— Linear kernel, C=1.0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full dataset (80K samples)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computationally lightweight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206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Approach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2377440"/>
            <a:ext cx="731520" cy="7315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23911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325880"/>
            <a:ext cx="3840480" cy="3200400"/>
          </a:xfrm>
          <a:prstGeom prst="rect">
            <a:avLst/>
          </a:prstGeom>
          <a:solidFill>
            <a:srgbClr val="0A1A5C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1325880"/>
            <a:ext cx="3840480" cy="4572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325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— Main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8745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bert-base-arabertv02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23GB Arabic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Epochs:3  LR:2e-5  Batch:16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2,000 samples*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*GPU limitation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C0E4C-E471-BEFE-7FF9-2BF6259A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414541-2F5A-409A-BF74-93BC02F16FD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E638F9-7200-2C91-CBFA-33F8496EA95D}"/>
              </a:ext>
            </a:extLst>
          </p:cNvPr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08E2FA-5560-7DCB-4DF3-76EBE0D56FEA}"/>
              </a:ext>
            </a:extLst>
          </p:cNvPr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EFA3AE-444A-3FCD-C596-7B96C9023E71}"/>
              </a:ext>
            </a:extLst>
          </p:cNvPr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FAC7B2-F0E6-D951-1403-6B30898AE20D}"/>
              </a:ext>
            </a:extLst>
          </p:cNvPr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4C1E9E-78E3-CDDE-0DC6-3E7503F4F231}"/>
              </a:ext>
            </a:extLst>
          </p:cNvPr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43B06C-462F-F8E6-9526-FE5237843C45}"/>
              </a:ext>
            </a:extLst>
          </p:cNvPr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EF659F-D618-EFF9-DB4C-4D5BF95A3849}"/>
              </a:ext>
            </a:extLst>
          </p:cNvPr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75D2DAD-819E-35ED-AF9E-85193F44D952}"/>
              </a:ext>
            </a:extLst>
          </p:cNvPr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2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E65F04-AFFD-4B24-DC59-48E2977F7A01}"/>
              </a:ext>
            </a:extLst>
          </p:cNvPr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CC9DF8B-ACA6-734D-2D48-6CECF89221D8}"/>
              </a:ext>
            </a:extLst>
          </p:cNvPr>
          <p:cNvSpPr/>
          <p:nvPr/>
        </p:nvSpPr>
        <p:spPr>
          <a:xfrm>
            <a:off x="365760" y="1325880"/>
            <a:ext cx="832104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87840E-A4CB-FFAB-34D0-AAF0678F0E51}"/>
              </a:ext>
            </a:extLst>
          </p:cNvPr>
          <p:cNvSpPr/>
          <p:nvPr/>
        </p:nvSpPr>
        <p:spPr>
          <a:xfrm>
            <a:off x="365760" y="1325879"/>
            <a:ext cx="8138160" cy="822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r>
              <a:rPr lang="ar-SA" sz="180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-&gt; data loading &amp; manipulation,  </a:t>
            </a:r>
            <a:r>
              <a:rPr lang="en-US" sz="1800" b="1" dirty="0" err="1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sz="180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numerical operations</a:t>
            </a:r>
            <a:endParaRPr lang="en-US" sz="1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5010816-C102-53B0-C037-AB02A27F3BC3}"/>
              </a:ext>
            </a:extLst>
          </p:cNvPr>
          <p:cNvSpPr/>
          <p:nvPr/>
        </p:nvSpPr>
        <p:spPr>
          <a:xfrm>
            <a:off x="365760" y="2212550"/>
            <a:ext cx="832104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492A1AA-F3FE-6179-33DE-130CDDAACAC4}"/>
              </a:ext>
            </a:extLst>
          </p:cNvPr>
          <p:cNvSpPr/>
          <p:nvPr/>
        </p:nvSpPr>
        <p:spPr>
          <a:xfrm>
            <a:off x="365760" y="221255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NLP: </a:t>
            </a:r>
            <a:r>
              <a:rPr lang="en-US" b="1" dirty="0" err="1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pyarabic</a:t>
            </a: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diacritics removal &amp; hamza normalization, </a:t>
            </a:r>
            <a:r>
              <a:rPr lang="en-US" b="1" dirty="0" err="1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Arabic </a:t>
            </a:r>
            <a:r>
              <a:rPr lang="en-US" b="1" dirty="0" err="1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</a:t>
            </a: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removal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0263619-EDEC-A985-6CEE-11BC268D4EE2}"/>
              </a:ext>
            </a:extLst>
          </p:cNvPr>
          <p:cNvSpPr/>
          <p:nvPr/>
        </p:nvSpPr>
        <p:spPr>
          <a:xfrm>
            <a:off x="365760" y="3099220"/>
            <a:ext cx="832104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F657D6D-4010-486E-BC5B-4C1DE1258D4F}"/>
              </a:ext>
            </a:extLst>
          </p:cNvPr>
          <p:cNvSpPr/>
          <p:nvPr/>
        </p:nvSpPr>
        <p:spPr>
          <a:xfrm>
            <a:off x="365760" y="30992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scikit-learn -&gt; SVM, TF-</a:t>
            </a:r>
            <a:r>
              <a:rPr lang="en-US" b="1" dirty="0" err="1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IDF,evaluation</a:t>
            </a: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metrics. Transformers-&gt; AraBERT loading &amp; fine-tuning, torch (</a:t>
            </a:r>
            <a:r>
              <a:rPr lang="en-US" b="1" dirty="0" err="1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-&gt; model training &amp; GPU support</a:t>
            </a:r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0E595E1-4ACD-B0D4-0767-12F1D633E7D9}"/>
              </a:ext>
            </a:extLst>
          </p:cNvPr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Classify Arabic text into 3 categories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773914B-924C-1C06-1C5F-D59F39333357}"/>
              </a:ext>
            </a:extLst>
          </p:cNvPr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16F3D46-F5DA-E4CC-9A9C-B16C07F90811}"/>
              </a:ext>
            </a:extLst>
          </p:cNvPr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171C84-923B-4247-35D5-8C19F6277CBC}"/>
              </a:ext>
            </a:extLst>
          </p:cNvPr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2395C34B-DBB1-1DFF-8C8E-35826CE1B050}"/>
              </a:ext>
            </a:extLst>
          </p:cNvPr>
          <p:cNvSpPr/>
          <p:nvPr/>
        </p:nvSpPr>
        <p:spPr>
          <a:xfrm>
            <a:off x="368260" y="3981629"/>
            <a:ext cx="8321040" cy="822960"/>
          </a:xfrm>
          <a:prstGeom prst="rect">
            <a:avLst/>
          </a:prstGeom>
          <a:solidFill>
            <a:srgbClr val="0A1A5C"/>
          </a:solidFill>
          <a:ln w="254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5F055A5E-04BB-1EA4-D692-2115759AEE65}"/>
              </a:ext>
            </a:extLst>
          </p:cNvPr>
          <p:cNvSpPr/>
          <p:nvPr/>
        </p:nvSpPr>
        <p:spPr>
          <a:xfrm>
            <a:off x="368260" y="3981629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matplotlib -&gt; bar charts &amp; comparisons, seaborn -&gt; confusion matrix heatmaps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9121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49012"/>
              </p:ext>
            </p:extLst>
          </p:nvPr>
        </p:nvGraphicFramePr>
        <p:xfrm>
          <a:off x="457200" y="132588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AraBERT (Main)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ar-SA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per Category: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511611"/>
              </p:ext>
            </p:extLst>
          </p:nvPr>
        </p:nvGraphicFramePr>
        <p:xfrm>
          <a:off x="457200" y="3520440"/>
          <a:ext cx="8230515" cy="1188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ar-SA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r>
                        <a:rPr lang="ar-SA" sz="13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ar-SA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ar-SA" sz="1300" dirty="0">
                          <a:solidFill>
                            <a:srgbClr val="D0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r>
                        <a:rPr lang="ar-SA" sz="13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82414D-3373-AE82-7AE7-56382976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640" y="1273370"/>
            <a:ext cx="6209359" cy="35340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2560320"/>
          </a:xfrm>
          <a:prstGeom prst="rect">
            <a:avLst/>
          </a:prstGeom>
          <a:solidFill>
            <a:srgbClr val="0A1A5C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3931920" cy="2560320"/>
          </a:xfrm>
          <a:prstGeom prst="rect">
            <a:avLst/>
          </a:prstGeom>
          <a:solidFill>
            <a:srgbClr val="0A1A5C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arabert_confusion_matrix.png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solidFill>
            <a:srgbClr val="0A1A5C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show highest misclassification in the Mixed category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EAD6061-AD45-D4CC-C5CA-080D343D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65" y="1755291"/>
            <a:ext cx="2891437" cy="24038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67DF8B3-A669-6BDE-A917-D4BBF331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948" y="1755291"/>
            <a:ext cx="3395932" cy="24292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 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" y="1325880"/>
            <a:ext cx="1920240" cy="914400"/>
          </a:xfrm>
          <a:prstGeom prst="rect">
            <a:avLst/>
          </a:prstGeom>
          <a:solidFill>
            <a:srgbClr val="0A1A5C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Test Samples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1325880"/>
            <a:ext cx="1920240" cy="914400"/>
          </a:xfrm>
          <a:prstGeom prst="rect">
            <a:avLst/>
          </a:prstGeom>
          <a:solidFill>
            <a:srgbClr val="0A1A5C"/>
          </a:solidFill>
          <a:ln w="1905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744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774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Error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325880"/>
            <a:ext cx="1920240" cy="914400"/>
          </a:xfrm>
          <a:prstGeom prst="rect">
            <a:avLst/>
          </a:prstGeom>
          <a:solidFill>
            <a:srgbClr val="0A1A5C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ar-SA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ar-SA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Error 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920240" cy="914400"/>
          </a:xfrm>
          <a:prstGeom prst="rect">
            <a:avLst/>
          </a:prstGeom>
          <a:solidFill>
            <a:srgbClr val="0A1A5C"/>
          </a:solidFill>
          <a:ln w="190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of Errors: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278892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texts contain contradictory keywords — models detect only one sentiment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Colloquial Arabic varies significantly from Modern Standard Arabic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fine-tuned on limited data (2,000 samples) due to GPU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and implicit sentiment are difficult to detect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343400"/>
            <a:ext cx="8595360" cy="411480"/>
          </a:xfrm>
          <a:prstGeom prst="rect">
            <a:avLst/>
          </a:prstGeom>
          <a:solidFill>
            <a:srgbClr val="0A1A5C"/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343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room is clean, but the service is terrible" → Model predicts: Negative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LIVE CODE OUTPUT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36576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640080" cy="9144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3258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1325880"/>
            <a:ext cx="7863840" cy="914400"/>
          </a:xfrm>
          <a:prstGeom prst="rect">
            <a:avLst/>
          </a:prstGeom>
          <a:solidFill>
            <a:srgbClr val="0A1A5C"/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6777" y="15316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Output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640080" cy="9144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4231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5840" y="2423160"/>
            <a:ext cx="7863840" cy="914400"/>
          </a:xfrm>
          <a:prstGeom prst="rect">
            <a:avLst/>
          </a:prstGeom>
          <a:solidFill>
            <a:srgbClr val="0A1A5C"/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2638201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Classification Report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640080" cy="9144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520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05840" y="3520440"/>
            <a:ext cx="7863840" cy="914400"/>
          </a:xfrm>
          <a:prstGeom prst="rect">
            <a:avLst/>
          </a:prstGeom>
          <a:solidFill>
            <a:srgbClr val="0A1A5C"/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60438" y="3765121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Results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28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9194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0661  •  2026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01050D7-07E6-2C1D-5657-A229BAA45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260" y="1216151"/>
            <a:ext cx="2648127" cy="10707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366B98B-463A-9D5F-A902-08E0DB9AF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089" y="2350009"/>
            <a:ext cx="2682471" cy="10707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1777F8C-812E-D2C3-DDCF-271447F79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089" y="3464603"/>
            <a:ext cx="2682471" cy="1186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0" y="548640"/>
            <a:ext cx="4114800" cy="4114800"/>
          </a:xfrm>
          <a:prstGeom prst="ellipse">
            <a:avLst/>
          </a:prstGeom>
          <a:solidFill>
            <a:srgbClr val="0A1A5C">
              <a:alpha val="20000"/>
            </a:srgbClr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731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1325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27432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25146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achieves higher Precision (0.68 vs 0.63)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category is hardest for both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is faster &amp; cost-effective for simple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GPU training expected to boost AraBERT significantly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 •  AraELECTRA / Gemma-Arabic  •  Sentiment lexicons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شكراً جزيلاً  • 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784C0-B20E-8991-E86B-5D9669C2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6218A4-EF47-4EEC-8EB5-FB876715C8D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0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34A898-8E55-662B-C13E-4CF87F989162}"/>
              </a:ext>
            </a:extLst>
          </p:cNvPr>
          <p:cNvSpPr/>
          <p:nvPr/>
        </p:nvSpPr>
        <p:spPr>
          <a:xfrm>
            <a:off x="18288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PSAU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5BA118-D54C-F7DB-C9EC-AB30E8C5591C}"/>
              </a:ext>
            </a:extLst>
          </p:cNvPr>
          <p:cNvSpPr/>
          <p:nvPr/>
        </p:nvSpPr>
        <p:spPr>
          <a:xfrm>
            <a:off x="8138160" y="73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DCB8833-A647-AA67-B005-18F4F679C316}"/>
              </a:ext>
            </a:extLst>
          </p:cNvPr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729D7B6-1096-AB69-F71D-897BD3B2F4AF}"/>
              </a:ext>
            </a:extLst>
          </p:cNvPr>
          <p:cNvSpPr/>
          <p:nvPr/>
        </p:nvSpPr>
        <p:spPr>
          <a:xfrm>
            <a:off x="2450054" y="824529"/>
            <a:ext cx="4114800" cy="3494441"/>
          </a:xfrm>
          <a:prstGeom prst="ellipse">
            <a:avLst/>
          </a:prstGeom>
          <a:solidFill>
            <a:srgbClr val="0A1A5C">
              <a:alpha val="20000"/>
            </a:srgbClr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961F60-DC9E-6C45-CE79-5B050F2767FC}"/>
              </a:ext>
            </a:extLst>
          </p:cNvPr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5D08498-B4F0-6751-958C-4258E463A35E}"/>
              </a:ext>
            </a:extLst>
          </p:cNvPr>
          <p:cNvSpPr/>
          <p:nvPr/>
        </p:nvSpPr>
        <p:spPr>
          <a:xfrm>
            <a:off x="-139850" y="2441448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r>
              <a:rPr lang="ar-SA" sz="5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5500" dirty="0"/>
          </a:p>
        </p:txBody>
      </p:sp>
    </p:spTree>
    <p:extLst>
      <p:ext uri="{BB962C8B-B14F-4D97-AF65-F5344CB8AC3E}">
        <p14:creationId xmlns:p14="http://schemas.microsoft.com/office/powerpoint/2010/main" val="392586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740</Words>
  <Application>Microsoft Office PowerPoint</Application>
  <PresentationFormat>On-screen Show (16:9)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Sentiment Analysis</dc:title>
  <dc:subject>PptxGenJS Presentation</dc:subject>
  <dc:creator>PptxGenJS</dc:creator>
  <cp:lastModifiedBy>shahad almubki</cp:lastModifiedBy>
  <cp:revision>1</cp:revision>
  <dcterms:created xsi:type="dcterms:W3CDTF">2026-05-12T13:47:22Z</dcterms:created>
  <dcterms:modified xsi:type="dcterms:W3CDTF">2026-05-14T15:14:23Z</dcterms:modified>
</cp:coreProperties>
</file>